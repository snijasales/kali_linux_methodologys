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Hosting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Installing, Configuring &amp; Verifying Apache2 on Kali Linux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141B2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Apache2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0" y="14173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apache2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395728"/>
            <a:ext cx="640080" cy="640080"/>
          </a:xfrm>
          <a:prstGeom prst="ellipse">
            <a:avLst/>
          </a:prstGeom>
          <a:solidFill>
            <a:srgbClr val="141B2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95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3500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Service Status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0" y="235000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status apache2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328416"/>
            <a:ext cx="640080" cy="640080"/>
          </a:xfrm>
          <a:prstGeom prst="ellipse">
            <a:avLst/>
          </a:prstGeom>
          <a:solidFill>
            <a:srgbClr val="141B2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284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2826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Service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0" y="328269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start apache2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261104"/>
            <a:ext cx="640080" cy="640080"/>
          </a:xfrm>
          <a:prstGeom prst="ellipse">
            <a:avLst/>
          </a:prstGeom>
          <a:solidFill>
            <a:srgbClr val="141B2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61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153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Files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0" y="421538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/var/www/html/ — projects1, sample1.html, share9.txt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193792"/>
            <a:ext cx="640080" cy="640080"/>
          </a:xfrm>
          <a:prstGeom prst="ellipse">
            <a:avLst/>
          </a:prstGeom>
          <a:solidFill>
            <a:srgbClr val="141B2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193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51480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Hosting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0" y="514807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IP address and by localhost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Apache2 &amp; Check Status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Install command: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apache2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Check status command: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status apache2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5394960" cy="1417320"/>
          </a:xfrm>
          <a:prstGeom prst="rect">
            <a:avLst/>
          </a:prstGeom>
          <a:solidFill>
            <a:srgbClr val="141B22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474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Result: Inactive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If the service is inactive, the status output will show “Active: inactive (dead)” as in the screenshot.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64808" y="1664208"/>
            <a:ext cx="5541264" cy="2110588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/home/claude/pptx_build2/imag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5394960" cy="19642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37960" y="38113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 apache2 — inactive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the Apache2 Service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Start command: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start apache2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394960" cy="1737360"/>
          </a:xfrm>
          <a:prstGeom prst="rect">
            <a:avLst/>
          </a:prstGeom>
          <a:solidFill>
            <a:srgbClr val="141B22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060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Result: Active (running)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Re-checking status confirms the service is active and running, with the process and memory details listed.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64808" y="1664208"/>
            <a:ext cx="5541264" cy="2041830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x_build2/images/img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5394960" cy="189552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37960" y="374261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 apache2 — active (running)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Accessing the Server — Error Case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server is not active, attempting to reach it in the browser throws a connection error, as shown below.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86684" y="2029968"/>
            <a:ext cx="5815584" cy="3513135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pptx_build2/images/im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9836" y="2103120"/>
            <a:ext cx="5669280" cy="33668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59836" y="5579679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— Unable to connect (localhost)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Hosting Files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841248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0876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root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508760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/var/www/html/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10698480" cy="841248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6888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projects1 under /var/www/html/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10698480" cy="841248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42900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URL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429000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http://localhost/projects1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10698480" cy="841248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38912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4389120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sample1.html — created inside projects1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349240"/>
            <a:ext cx="10698480" cy="841248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34924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349240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share9.txt — empty file created, then populated using cat &gt;&gt; and closed with Ctrl+D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— Method 1: By IP Address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the hosted sample1.html page using the server's IP address confirms Apache2 is serving content correctly.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http://192.168.88.129/projects1/sample1.html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203" y="2304288"/>
            <a:ext cx="5696546" cy="3712464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/home/claude/pptx_build2/images/img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9355" y="2377440"/>
            <a:ext cx="5550242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19355" y="6053328"/>
            <a:ext cx="55502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sample1.html rendered via IP address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— Method 2: By localhost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share9.txt through localhost confirms the created file is being served from the projects1 directory.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http://localhost/projects1/share9.txt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30881" y="2304288"/>
            <a:ext cx="5927189" cy="3712464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/home/claude/pptx_build2/images/img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4033" y="2377440"/>
            <a:ext cx="5780885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4033" y="6053328"/>
            <a:ext cx="57808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share9.txt served via localhost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</a:rPr>
              <a:t>Apache2 installed with: sudo apt install apache2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</a:rPr>
              <a:t>Service status checked with: sudo systemctl status apache2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</a:rPr>
              <a:t>Inactive service started with: sudo systemctl start apache2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</a:rPr>
              <a:t>Files hosted from /var/www/html/projects1 (sample1.html, share9.txt)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</a:rPr>
              <a:t>Hosting verified two ways: by IP address and by localhost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Server Hosting - Apache2</dc:title>
  <dc:subject>PptxGenJS Presentation</dc:subject>
  <dc:creator>Assignment</dc:creator>
  <cp:lastModifiedBy>Assignment</cp:lastModifiedBy>
  <cp:revision>1</cp:revision>
  <dcterms:created xsi:type="dcterms:W3CDTF">2026-07-04T10:26:52Z</dcterms:created>
  <dcterms:modified xsi:type="dcterms:W3CDTF">2026-07-04T10:26:52Z</dcterms:modified>
</cp:coreProperties>
</file>