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 • URL • Content Discovery • Port Scanning • IP Collection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hackthebox.com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 Discovery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subfinder, chaos, assetfinder, amass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95728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50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Discovery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23500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katana, gau, waybackurl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28416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28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2826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Discovery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32826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/ content enumeration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61104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61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153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42153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— top 1000 common ports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193792"/>
            <a:ext cx="640080" cy="640080"/>
          </a:xfrm>
          <a:prstGeom prst="ellipse">
            <a:avLst/>
          </a:prstGeom>
          <a:solidFill>
            <a:srgbClr val="14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93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1480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Collection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5148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&amp; recording target IPs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Subdomain Discovery — Tools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486400" cy="96012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27632"/>
            <a:ext cx="457200" cy="457200"/>
          </a:xfrm>
          <a:prstGeom prst="ellipse">
            <a:avLst/>
          </a:prstGeom>
          <a:solidFill>
            <a:srgbClr val="1F8A57"/>
          </a:solidFill>
          <a:ln w="15240">
            <a:solidFill>
              <a:srgbClr val="39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444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successfully to enumerate subdomains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5486400" cy="96012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70632"/>
            <a:ext cx="457200" cy="457200"/>
          </a:xfrm>
          <a:prstGeom prst="ellipse">
            <a:avLst/>
          </a:prstGeom>
          <a:solidFill>
            <a:srgbClr val="5A2A2A"/>
          </a:solidFill>
          <a:ln w="15240">
            <a:solidFill>
              <a:srgbClr val="B04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587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971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able to find subdomains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486400" cy="96012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913632"/>
            <a:ext cx="457200" cy="457200"/>
          </a:xfrm>
          <a:prstGeom prst="ellipse">
            <a:avLst/>
          </a:prstGeom>
          <a:solidFill>
            <a:srgbClr val="1F8A57"/>
          </a:solidFill>
          <a:ln w="15240">
            <a:solidFill>
              <a:srgbClr val="39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730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assetfinder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successfully to enumerate subdomains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800600"/>
            <a:ext cx="5486400" cy="96012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5A2A2A"/>
          </a:solidFill>
          <a:ln w="15240">
            <a:solidFill>
              <a:srgbClr val="B041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873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5257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able to find subdomains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64808" y="1344168"/>
            <a:ext cx="5541264" cy="2941587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0" descr="/home/claude/pptx_build/image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5394960" cy="279528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37960" y="432233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subfinder -d hackthebox.com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Subdomain Discovery — Saving Output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Command executed: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 -d hackthebox.com &gt;&gt; subhack.txt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Output file created: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subhack.txt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discovered subdomains for hackthebox.com were appended into this file for later filtering and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64808" y="1344168"/>
            <a:ext cx="5541264" cy="2469473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x_build/image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5394960" cy="23231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7960" y="3850217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output &amp; file creation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Subdomain Discovery — Filtering 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Subdomains saved in subhack.txt were filtered to remove noise and duplicates before further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84248"/>
            <a:ext cx="5449824" cy="2900845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5303520" cy="27545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921669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command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7648" y="1984248"/>
            <a:ext cx="5449824" cy="2909482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/home/claude/pptx_build/image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303520" cy="27631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493030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subdomain data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Subdomain Discovery — Chaos &amp; Assetfinder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344168"/>
            <a:ext cx="5449824" cy="1962894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ptx_build/image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303520" cy="18165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4363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— no subdomains found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27648" y="1344168"/>
            <a:ext cx="4745389" cy="2432304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pptx_build/image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599085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813048"/>
            <a:ext cx="45990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assetfinder tool run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53920" y="4224528"/>
            <a:ext cx="4081112" cy="2340864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home/claude/pptx_build/images/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072" y="4297680"/>
            <a:ext cx="3934808" cy="2194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27072" y="6601968"/>
            <a:ext cx="3934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assetfinder — file created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Discovery — Tools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68580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Katana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5394960" cy="68580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231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5394960" cy="685800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918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Waybackurl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64808" y="1344168"/>
            <a:ext cx="5541264" cy="3298901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/home/claude/pptx_build/images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5394960" cy="315259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537960" y="4679645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Katana crawl output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Discovery — Saving Data &amp; Waybackurl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5449824" cy="3874633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ptx_build/image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303520" cy="37283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392537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data in file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27648" y="1481328"/>
            <a:ext cx="5449824" cy="3380511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pptx_build/image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32342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4898415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waybackurl results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Discovery — Consolidated Scan Output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gathered were scanned and consolidated into a new output file for the next phase of testing.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8102" y="1892808"/>
            <a:ext cx="6692748" cy="4078224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1254" y="1965960"/>
            <a:ext cx="6546444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21254" y="6007608"/>
            <a:ext cx="65464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 from scanned URLs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Discovery &amp; Port Scanning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Content Discovery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Planned phase for enumerating accessible content/directories on the target. No further detail was recorded in the source notes.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Port Scanning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nmap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Scope: top 1000 common ports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64808" y="1664208"/>
            <a:ext cx="5541264" cy="2605619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home/claude/pptx_build/images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5394960" cy="24593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37960" y="4306403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— top 1000 ports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F8A57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Scanning — Results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36311" y="1481328"/>
            <a:ext cx="7716331" cy="4992624"/>
          </a:xfrm>
          <a:prstGeom prst="rect">
            <a:avLst/>
          </a:prstGeom>
          <a:solidFill>
            <a:srgbClr val="141B22"/>
          </a:solidFill>
          <a:ln w="12700">
            <a:solidFill>
              <a:srgbClr val="2D37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ptx_build/images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9463" y="1554480"/>
            <a:ext cx="7570027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09463" y="6510528"/>
            <a:ext cx="75700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results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Subdomain discovery: subfinder &amp; assetfinder succeeded; chaos &amp; amass found no subdomains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URL discovery: katana, gau, and waybackurl used to collect target URLs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Content discovery: planned but not detailed in source notes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Port scanning: nmap scan across the top 1000 common ports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›"/>
            </a:pPr>
            <a:r>
              <a:rPr lang="en-US" sz="1500" dirty="0">
                <a:solidFill>
                  <a:srgbClr val="E6EDF3"/>
                </a:solidFill>
              </a:rPr>
              <a:t>IP collection: listed as a planned phase in the assignment scope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Reconnaissance Methodology - hackthebox.com</dc:title>
  <dc:subject>PptxGenJS Presentation</dc:subject>
  <dc:creator>Assignment</dc:creator>
  <cp:lastModifiedBy>Assignment</cp:lastModifiedBy>
  <cp:revision>1</cp:revision>
  <dcterms:created xsi:type="dcterms:W3CDTF">2026-07-02T10:36:48Z</dcterms:created>
  <dcterms:modified xsi:type="dcterms:W3CDTF">2026-07-02T10:36:48Z</dcterms:modified>
</cp:coreProperties>
</file>